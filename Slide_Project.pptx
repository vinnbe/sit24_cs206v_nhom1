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rebuchet MS Bold" charset="1" panose="020B0703020202020204"/>
      <p:regular r:id="rId11"/>
    </p:embeddedFont>
    <p:embeddedFont>
      <p:font typeface="Calibri (MS) Bold" charset="1" panose="020F0702030404030204"/>
      <p:regular r:id="rId12"/>
    </p:embeddedFont>
    <p:embeddedFont>
      <p:font typeface="Calibri (MS)" charset="1" panose="020F0502020204030204"/>
      <p:regular r:id="rId13"/>
    </p:embeddedFont>
    <p:embeddedFont>
      <p:font typeface="Calibri (MS) Italics" charset="1" panose="020F05020202040A0204"/>
      <p:regular r:id="rId14"/>
    </p:embeddedFont>
    <p:embeddedFont>
      <p:font typeface="Courier New" charset="1" panose="020703090202050204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61060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blipFill>
              <a:blip r:embed="rId2"/>
              <a:stretch>
                <a:fillRect l="0" t="-12500" r="0" b="-125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583946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5B2D8E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8823" y="4119362"/>
            <a:ext cx="10058400" cy="1564407"/>
            <a:chOff x="0" y="0"/>
            <a:chExt cx="13411200" cy="20858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11200" cy="2085876"/>
            </a:xfrm>
            <a:custGeom>
              <a:avLst/>
              <a:gdLst/>
              <a:ahLst/>
              <a:cxnLst/>
              <a:rect r="r" b="b" t="t" l="l"/>
              <a:pathLst>
                <a:path h="208587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2085876"/>
                  </a:lnTo>
                  <a:lnTo>
                    <a:pt x="0" y="20858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96" r="0" b="-749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411200" cy="209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>
                  <a:solidFill>
                    <a:srgbClr val="DB277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MeoMeoTea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5681986"/>
            <a:ext cx="10058400" cy="914400"/>
            <a:chOff x="0" y="0"/>
            <a:chExt cx="13411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400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Hệ thống Cửa hàng trà sữa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6942325"/>
            <a:ext cx="8255003" cy="98555"/>
            <a:chOff x="0" y="0"/>
            <a:chExt cx="11006671" cy="1314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709" cy="131445"/>
            </a:xfrm>
            <a:custGeom>
              <a:avLst/>
              <a:gdLst/>
              <a:ahLst/>
              <a:cxnLst/>
              <a:rect r="r" b="b" t="t" l="l"/>
              <a:pathLst>
                <a:path h="131445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7223765"/>
            <a:ext cx="9692640" cy="2743200"/>
            <a:chOff x="0" y="0"/>
            <a:chExt cx="1292352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23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92352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78B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Môn học: </a:t>
              </a: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Lập trình Hướng đối tượng (OOP)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GV: Nguyễn Thành An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78B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Framework: 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 Swing  •  Java 17+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78B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Năm học: 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2025 – 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37143" y="901703"/>
            <a:ext cx="2402843" cy="5237483"/>
            <a:chOff x="0" y="0"/>
            <a:chExt cx="3203791" cy="6983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03829" cy="6983349"/>
            </a:xfrm>
            <a:custGeom>
              <a:avLst/>
              <a:gdLst/>
              <a:ahLst/>
              <a:cxnLst/>
              <a:rect r="r" b="b" t="t" l="l"/>
              <a:pathLst>
                <a:path h="6983349" w="3203829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2908046" y="0"/>
                  </a:lnTo>
                  <a:cubicBezTo>
                    <a:pt x="3071368" y="0"/>
                    <a:pt x="3203829" y="132461"/>
                    <a:pt x="3203829" y="295783"/>
                  </a:cubicBezTo>
                  <a:lnTo>
                    <a:pt x="3203829" y="6687566"/>
                  </a:lnTo>
                  <a:cubicBezTo>
                    <a:pt x="3203829" y="6850888"/>
                    <a:pt x="3071368" y="6983349"/>
                    <a:pt x="2908046" y="6983349"/>
                  </a:cubicBezTo>
                  <a:lnTo>
                    <a:pt x="295783" y="6983349"/>
                  </a:lnTo>
                  <a:cubicBezTo>
                    <a:pt x="132461" y="6983349"/>
                    <a:pt x="0" y="6850888"/>
                    <a:pt x="0" y="668756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ln w="25400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424160" y="1399537"/>
            <a:ext cx="2002793" cy="2002793"/>
            <a:chOff x="0" y="0"/>
            <a:chExt cx="2733040" cy="273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3040" cy="2733040"/>
            </a:xfrm>
            <a:custGeom>
              <a:avLst/>
              <a:gdLst/>
              <a:ahLst/>
              <a:cxnLst/>
              <a:rect r="r" b="b" t="t" l="l"/>
              <a:pathLst>
                <a:path h="2733040" w="2733040">
                  <a:moveTo>
                    <a:pt x="0" y="1366520"/>
                  </a:moveTo>
                  <a:cubicBezTo>
                    <a:pt x="0" y="611759"/>
                    <a:pt x="611759" y="0"/>
                    <a:pt x="1366520" y="0"/>
                  </a:cubicBezTo>
                  <a:cubicBezTo>
                    <a:pt x="2121281" y="0"/>
                    <a:pt x="2733040" y="611759"/>
                    <a:pt x="2733040" y="1366520"/>
                  </a:cubicBezTo>
                  <a:cubicBezTo>
                    <a:pt x="2733040" y="2121281"/>
                    <a:pt x="2121281" y="2733040"/>
                    <a:pt x="1366520" y="2733040"/>
                  </a:cubicBezTo>
                  <a:cubicBezTo>
                    <a:pt x="611759" y="2733040"/>
                    <a:pt x="0" y="2121281"/>
                    <a:pt x="0" y="136652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  <a:ln w="38100" cap="sq">
              <a:solidFill>
                <a:srgbClr val="C4B5F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188578" y="3806947"/>
            <a:ext cx="2286000" cy="742193"/>
            <a:chOff x="0" y="0"/>
            <a:chExt cx="3048000" cy="989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8000" cy="989591"/>
            </a:xfrm>
            <a:custGeom>
              <a:avLst/>
              <a:gdLst/>
              <a:ahLst/>
              <a:cxnLst/>
              <a:rect r="r" b="b" t="t" l="l"/>
              <a:pathLst>
                <a:path h="989591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89591"/>
                  </a:lnTo>
                  <a:lnTo>
                    <a:pt x="0" y="989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94" r="0" b="-31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048000" cy="1008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Nguyễn Thế Vinh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2402528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37143" y="4549140"/>
            <a:ext cx="2286000" cy="1188720"/>
            <a:chOff x="0" y="0"/>
            <a:chExt cx="304800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0480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GUI</a:t>
              </a:r>
            </a:p>
            <a:p>
              <a:pPr algn="ctr">
                <a:lnSpc>
                  <a:spcPts val="23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and slide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88903" y="901703"/>
            <a:ext cx="2402843" cy="5237483"/>
            <a:chOff x="0" y="0"/>
            <a:chExt cx="3203791" cy="69833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3829" cy="6983349"/>
            </a:xfrm>
            <a:custGeom>
              <a:avLst/>
              <a:gdLst/>
              <a:ahLst/>
              <a:cxnLst/>
              <a:rect r="r" b="b" t="t" l="l"/>
              <a:pathLst>
                <a:path h="6983349" w="3203829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2908046" y="0"/>
                  </a:lnTo>
                  <a:cubicBezTo>
                    <a:pt x="3071368" y="0"/>
                    <a:pt x="3203829" y="132461"/>
                    <a:pt x="3203829" y="295783"/>
                  </a:cubicBezTo>
                  <a:lnTo>
                    <a:pt x="3203829" y="6687566"/>
                  </a:lnTo>
                  <a:cubicBezTo>
                    <a:pt x="3203829" y="6850888"/>
                    <a:pt x="3071368" y="6983349"/>
                    <a:pt x="2908046" y="6983349"/>
                  </a:cubicBezTo>
                  <a:lnTo>
                    <a:pt x="295783" y="6983349"/>
                  </a:lnTo>
                  <a:cubicBezTo>
                    <a:pt x="132461" y="6983349"/>
                    <a:pt x="0" y="6850888"/>
                    <a:pt x="0" y="668756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ln w="25400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965430" y="1169670"/>
            <a:ext cx="2049780" cy="2049780"/>
            <a:chOff x="0" y="0"/>
            <a:chExt cx="2733040" cy="273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33040" cy="2733040"/>
            </a:xfrm>
            <a:custGeom>
              <a:avLst/>
              <a:gdLst/>
              <a:ahLst/>
              <a:cxnLst/>
              <a:rect r="r" b="b" t="t" l="l"/>
              <a:pathLst>
                <a:path h="2733040" w="2733040">
                  <a:moveTo>
                    <a:pt x="0" y="1366520"/>
                  </a:moveTo>
                  <a:cubicBezTo>
                    <a:pt x="0" y="611759"/>
                    <a:pt x="611759" y="0"/>
                    <a:pt x="1366520" y="0"/>
                  </a:cubicBezTo>
                  <a:cubicBezTo>
                    <a:pt x="2121281" y="0"/>
                    <a:pt x="2733040" y="611759"/>
                    <a:pt x="2733040" y="1366520"/>
                  </a:cubicBezTo>
                  <a:cubicBezTo>
                    <a:pt x="2733040" y="2121281"/>
                    <a:pt x="2121281" y="2733040"/>
                    <a:pt x="1366520" y="2733040"/>
                  </a:cubicBezTo>
                  <a:cubicBezTo>
                    <a:pt x="611759" y="2733040"/>
                    <a:pt x="0" y="2121281"/>
                    <a:pt x="0" y="1366520"/>
                  </a:cubicBezTo>
                  <a:close/>
                </a:path>
              </a:pathLst>
            </a:custGeom>
            <a:blipFill>
              <a:blip r:embed="rId5"/>
              <a:stretch>
                <a:fillRect l="0" t="-761" r="0" b="-761"/>
              </a:stretch>
            </a:blipFill>
            <a:ln w="38100" cap="sq">
              <a:solidFill>
                <a:srgbClr val="C4B5F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56464" y="3838951"/>
            <a:ext cx="2286000" cy="710189"/>
            <a:chOff x="0" y="0"/>
            <a:chExt cx="3048000" cy="9469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8000" cy="946919"/>
            </a:xfrm>
            <a:custGeom>
              <a:avLst/>
              <a:gdLst/>
              <a:ahLst/>
              <a:cxnLst/>
              <a:rect r="r" b="b" t="t" l="l"/>
              <a:pathLst>
                <a:path h="94691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46919"/>
                  </a:lnTo>
                  <a:lnTo>
                    <a:pt x="0" y="946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5" r="0" b="-77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048000" cy="965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Nguyễn Hoài Nhân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2402636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56464" y="4549140"/>
            <a:ext cx="2286000" cy="1188720"/>
            <a:chOff x="0" y="0"/>
            <a:chExt cx="304800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30480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+ Logic</a:t>
              </a:r>
            </a:p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and Slide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440663" y="901703"/>
            <a:ext cx="2402843" cy="5237483"/>
            <a:chOff x="0" y="0"/>
            <a:chExt cx="3203791" cy="69833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03829" cy="6983349"/>
            </a:xfrm>
            <a:custGeom>
              <a:avLst/>
              <a:gdLst/>
              <a:ahLst/>
              <a:cxnLst/>
              <a:rect r="r" b="b" t="t" l="l"/>
              <a:pathLst>
                <a:path h="6983349" w="3203829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2908046" y="0"/>
                  </a:lnTo>
                  <a:cubicBezTo>
                    <a:pt x="3071368" y="0"/>
                    <a:pt x="3203829" y="132461"/>
                    <a:pt x="3203829" y="295783"/>
                  </a:cubicBezTo>
                  <a:lnTo>
                    <a:pt x="3203829" y="6687566"/>
                  </a:lnTo>
                  <a:cubicBezTo>
                    <a:pt x="3203829" y="6850888"/>
                    <a:pt x="3071368" y="6983349"/>
                    <a:pt x="2908046" y="6983349"/>
                  </a:cubicBezTo>
                  <a:lnTo>
                    <a:pt x="295783" y="6983349"/>
                  </a:lnTo>
                  <a:cubicBezTo>
                    <a:pt x="132461" y="6983349"/>
                    <a:pt x="0" y="6850888"/>
                    <a:pt x="0" y="668756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ln w="25400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617190" y="1169670"/>
            <a:ext cx="2049780" cy="2049780"/>
            <a:chOff x="0" y="0"/>
            <a:chExt cx="2733040" cy="273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33040" cy="2733040"/>
            </a:xfrm>
            <a:custGeom>
              <a:avLst/>
              <a:gdLst/>
              <a:ahLst/>
              <a:cxnLst/>
              <a:rect r="r" b="b" t="t" l="l"/>
              <a:pathLst>
                <a:path h="2733040" w="2733040">
                  <a:moveTo>
                    <a:pt x="0" y="1366520"/>
                  </a:moveTo>
                  <a:cubicBezTo>
                    <a:pt x="0" y="611759"/>
                    <a:pt x="611759" y="0"/>
                    <a:pt x="1366520" y="0"/>
                  </a:cubicBezTo>
                  <a:cubicBezTo>
                    <a:pt x="2121281" y="0"/>
                    <a:pt x="2733040" y="611759"/>
                    <a:pt x="2733040" y="1366520"/>
                  </a:cubicBezTo>
                  <a:cubicBezTo>
                    <a:pt x="2733040" y="2121281"/>
                    <a:pt x="2121281" y="2733040"/>
                    <a:pt x="1366520" y="2733040"/>
                  </a:cubicBezTo>
                  <a:cubicBezTo>
                    <a:pt x="611759" y="2733040"/>
                    <a:pt x="0" y="2121281"/>
                    <a:pt x="0" y="1366520"/>
                  </a:cubicBezTo>
                  <a:close/>
                </a:path>
              </a:pathLst>
            </a:custGeom>
            <a:blipFill>
              <a:blip r:embed="rId6"/>
              <a:stretch>
                <a:fillRect l="-440" t="0" r="-440" b="0"/>
              </a:stretch>
            </a:blipFill>
            <a:ln w="38100" cap="sq">
              <a:solidFill>
                <a:srgbClr val="C4B5F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5439396" y="3806947"/>
            <a:ext cx="2286000" cy="710189"/>
            <a:chOff x="0" y="0"/>
            <a:chExt cx="3048000" cy="9469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48000" cy="946919"/>
            </a:xfrm>
            <a:custGeom>
              <a:avLst/>
              <a:gdLst/>
              <a:ahLst/>
              <a:cxnLst/>
              <a:rect r="r" b="b" t="t" l="l"/>
              <a:pathLst>
                <a:path h="94691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46919"/>
                  </a:lnTo>
                  <a:lnTo>
                    <a:pt x="0" y="946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5" r="0" b="-778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048000" cy="965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Lê Sang Hùng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2402722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440663" y="4650743"/>
            <a:ext cx="2286000" cy="1188720"/>
            <a:chOff x="0" y="0"/>
            <a:chExt cx="304800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4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0480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+ Logic</a:t>
              </a:r>
            </a:p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and Slide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49840" y="6400800"/>
            <a:ext cx="6949440" cy="640080"/>
            <a:chOff x="0" y="0"/>
            <a:chExt cx="926592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Thành Viên Nhóm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7097" y="-92709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7C3AED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583946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5B2D8E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365760"/>
            <a:ext cx="16824960" cy="1188720"/>
            <a:chOff x="0" y="0"/>
            <a:chExt cx="2243328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Phân Công Nhiệm Vụ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541783"/>
            <a:ext cx="4048763" cy="98555"/>
            <a:chOff x="0" y="0"/>
            <a:chExt cx="5398351" cy="1314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8389" cy="131445"/>
            </a:xfrm>
            <a:custGeom>
              <a:avLst/>
              <a:gdLst/>
              <a:ahLst/>
              <a:cxnLst/>
              <a:rect r="r" b="b" t="t" l="l"/>
              <a:pathLst>
                <a:path h="1314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21030" y="1901190"/>
            <a:ext cx="5524500" cy="7719060"/>
            <a:chOff x="0" y="0"/>
            <a:chExt cx="7366000" cy="10292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6000" cy="10292080"/>
            </a:xfrm>
            <a:custGeom>
              <a:avLst/>
              <a:gdLst/>
              <a:ahLst/>
              <a:cxnLst/>
              <a:rect r="r" b="b" t="t" l="l"/>
              <a:pathLst>
                <a:path h="1029208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0292080"/>
                  </a:lnTo>
                  <a:lnTo>
                    <a:pt x="0" y="1029208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27383" y="1907543"/>
            <a:ext cx="5511803" cy="1031243"/>
            <a:chOff x="0" y="0"/>
            <a:chExt cx="7349071" cy="1374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491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56816"/>
            <a:ext cx="5120640" cy="914400"/>
            <a:chOff x="0" y="0"/>
            <a:chExt cx="682752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8275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🖥️  Nguyễn Thế Vinh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072384"/>
            <a:ext cx="5120640" cy="640080"/>
            <a:chOff x="0" y="0"/>
            <a:chExt cx="682752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Giao diện (GUI)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14400" y="3838575"/>
            <a:ext cx="493776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Thiết kế MainFrame, MenuPanel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C4B5FD"/>
                </a:solidFill>
                <a:latin typeface="Calibri (MS)"/>
                <a:ea typeface="Calibri (MS)"/>
                <a:cs typeface="Calibri (MS)"/>
                <a:sym typeface="Calibri (MS)"/>
              </a:rPr>
              <a:t>Xây dựng CartPanel, ToppingPanel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Tạo ReceiptDialog (hóa đơn)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C4B5FD"/>
                </a:solidFill>
                <a:latin typeface="Calibri (MS)"/>
                <a:ea typeface="Calibri (MS)"/>
                <a:cs typeface="Calibri (MS)"/>
                <a:sym typeface="Calibri (MS)"/>
              </a:rPr>
              <a:t>Thiết kế layout &amp; responsive UI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473190" y="1901190"/>
            <a:ext cx="5524500" cy="7719060"/>
            <a:chOff x="0" y="0"/>
            <a:chExt cx="7366000" cy="10292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66000" cy="10292080"/>
            </a:xfrm>
            <a:custGeom>
              <a:avLst/>
              <a:gdLst/>
              <a:ahLst/>
              <a:cxnLst/>
              <a:rect r="r" b="b" t="t" l="l"/>
              <a:pathLst>
                <a:path h="1029208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0292080"/>
                  </a:lnTo>
                  <a:lnTo>
                    <a:pt x="0" y="1029208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79543" y="1907543"/>
            <a:ext cx="5511803" cy="1031243"/>
            <a:chOff x="0" y="0"/>
            <a:chExt cx="7349071" cy="13749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91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675120" y="1956816"/>
            <a:ext cx="5120640" cy="1017277"/>
            <a:chOff x="0" y="0"/>
            <a:chExt cx="6827520" cy="13563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1356370"/>
            </a:xfrm>
            <a:custGeom>
              <a:avLst/>
              <a:gdLst/>
              <a:ahLst/>
              <a:cxnLst/>
              <a:rect r="r" b="b" t="t" l="l"/>
              <a:pathLst>
                <a:path h="135637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56370"/>
                  </a:lnTo>
                  <a:lnTo>
                    <a:pt x="0" y="13563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137" r="0" b="-430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827520" cy="136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⚙️  Nguyễn Hoài Nhân + Lê Sang Hùng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75120" y="3072384"/>
            <a:ext cx="5120640" cy="640080"/>
            <a:chOff x="0" y="0"/>
            <a:chExt cx="682752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+ Logic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766560" y="3838575"/>
            <a:ext cx="4937760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C4B5FD"/>
                </a:solidFill>
                <a:latin typeface="Calibri (MS)"/>
                <a:ea typeface="Calibri (MS)"/>
                <a:cs typeface="Calibri (MS)"/>
                <a:sym typeface="Calibri (MS)"/>
              </a:rPr>
              <a:t>Xây dựng class Drinks, Toppings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Lập trình 11 loại đồ uống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C4B5FD"/>
                </a:solidFill>
                <a:latin typeface="Calibri (MS)"/>
                <a:ea typeface="Calibri (MS)"/>
                <a:cs typeface="Calibri (MS)"/>
                <a:sym typeface="Calibri (MS)"/>
              </a:rPr>
              <a:t>Inventory: reserve/commit/release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OrderService: tính giá, khuyến mãi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TestCase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325350" y="1901190"/>
            <a:ext cx="5524500" cy="7719060"/>
            <a:chOff x="0" y="0"/>
            <a:chExt cx="7366000" cy="10292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66000" cy="10292080"/>
            </a:xfrm>
            <a:custGeom>
              <a:avLst/>
              <a:gdLst/>
              <a:ahLst/>
              <a:cxnLst/>
              <a:rect r="r" b="b" t="t" l="l"/>
              <a:pathLst>
                <a:path h="1029208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0292080"/>
                  </a:lnTo>
                  <a:lnTo>
                    <a:pt x="0" y="1029208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331703" y="1907543"/>
            <a:ext cx="5511803" cy="1031243"/>
            <a:chOff x="0" y="0"/>
            <a:chExt cx="7349071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491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527280" y="1956816"/>
            <a:ext cx="5120640" cy="914400"/>
            <a:chOff x="0" y="0"/>
            <a:chExt cx="682752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8275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📄  Cả Nhóm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527280" y="3072384"/>
            <a:ext cx="5120640" cy="640080"/>
            <a:chOff x="0" y="0"/>
            <a:chExt cx="68275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Báo cáo + Slide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618720" y="3838575"/>
            <a:ext cx="4937760" cy="544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Viết báo cáo đồ án (Word)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C4B5FD"/>
                </a:solidFill>
                <a:latin typeface="Calibri (MS)"/>
                <a:ea typeface="Calibri (MS)"/>
                <a:cs typeface="Calibri (MS)"/>
                <a:sym typeface="Calibri (MS)"/>
              </a:rPr>
              <a:t>Thiết kế sơ đồ lớp (Class Diagram)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Chuẩn bị slide thuyết trình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C4B5FD"/>
                </a:solidFill>
                <a:latin typeface="Calibri (MS)"/>
                <a:ea typeface="Calibri (MS)"/>
                <a:cs typeface="Calibri (MS)"/>
                <a:sym typeface="Calibri (MS)"/>
              </a:rPr>
              <a:t>Tổng hợp tài liệu hướng dẫn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5839463"/>
            <a:ext cx="5511803" cy="5511803"/>
            <a:chOff x="0" y="0"/>
            <a:chExt cx="7349071" cy="7349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5B2D8E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274320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4332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Kiến Trúc &amp; Sơ Đồ Dữ Liệu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1340615"/>
            <a:ext cx="4780283" cy="98555"/>
            <a:chOff x="0" y="0"/>
            <a:chExt cx="6373711" cy="131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73749" cy="131445"/>
            </a:xfrm>
            <a:custGeom>
              <a:avLst/>
              <a:gdLst/>
              <a:ahLst/>
              <a:cxnLst/>
              <a:rect r="r" b="b" t="t" l="l"/>
              <a:pathLst>
                <a:path h="131445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609344"/>
            <a:ext cx="8595360" cy="694944"/>
            <a:chOff x="0" y="0"/>
            <a:chExt cx="1146048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604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14604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A78BF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📦  Mô hình dữ liệu (In-Memory)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52950" y="2852166"/>
            <a:ext cx="586740" cy="38100"/>
            <a:chOff x="0" y="0"/>
            <a:chExt cx="78232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2320" cy="50800"/>
            </a:xfrm>
            <a:custGeom>
              <a:avLst/>
              <a:gdLst/>
              <a:ahLst/>
              <a:cxnLst/>
              <a:rect r="r" b="b" t="t" l="l"/>
              <a:pathLst>
                <a:path h="50800" w="782320">
                  <a:moveTo>
                    <a:pt x="0" y="0"/>
                  </a:moveTo>
                  <a:lnTo>
                    <a:pt x="7823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50069" r="0" b="-250069"/>
              </a:stretch>
            </a:blip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66960" y="1609344"/>
            <a:ext cx="7863840" cy="694944"/>
            <a:chOff x="0" y="0"/>
            <a:chExt cx="1048512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48512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A78BF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🏗️  Kiến trúc ứng dụng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41557" y="2534917"/>
            <a:ext cx="7731757" cy="2062477"/>
            <a:chOff x="0" y="0"/>
            <a:chExt cx="10309009" cy="27499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08971" cy="2749931"/>
            </a:xfrm>
            <a:custGeom>
              <a:avLst/>
              <a:gdLst/>
              <a:ahLst/>
              <a:cxnLst/>
              <a:rect r="r" b="b" t="t" l="l"/>
              <a:pathLst>
                <a:path h="2749931" w="10308971">
                  <a:moveTo>
                    <a:pt x="0" y="0"/>
                  </a:moveTo>
                  <a:lnTo>
                    <a:pt x="10308971" y="0"/>
                  </a:lnTo>
                  <a:lnTo>
                    <a:pt x="10308971" y="2749931"/>
                  </a:lnTo>
                  <a:lnTo>
                    <a:pt x="0" y="2749931"/>
                  </a:lnTo>
                  <a:close/>
                </a:path>
              </a:pathLst>
            </a:custGeom>
            <a:solidFill>
              <a:srgbClr val="3D2080"/>
            </a:solidFill>
            <a:ln w="508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954263" y="2547623"/>
            <a:ext cx="354587" cy="2037083"/>
            <a:chOff x="0" y="0"/>
            <a:chExt cx="472783" cy="2716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2821" cy="2716149"/>
            </a:xfrm>
            <a:custGeom>
              <a:avLst/>
              <a:gdLst/>
              <a:ahLst/>
              <a:cxnLst/>
              <a:rect r="r" b="b" t="t" l="l"/>
              <a:pathLst>
                <a:path h="2716149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460736" y="2651760"/>
            <a:ext cx="6949440" cy="585216"/>
            <a:chOff x="0" y="0"/>
            <a:chExt cx="926592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92659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🖥️ VIEW (GUI Layer)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60736" y="3255264"/>
            <a:ext cx="7040880" cy="1188720"/>
            <a:chOff x="0" y="0"/>
            <a:chExt cx="938784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38784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MainFrame · MenuPanel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CartPanel · ToppingPanel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ReceiptDialog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82037" y="4546597"/>
            <a:ext cx="50797" cy="507997"/>
            <a:chOff x="0" y="0"/>
            <a:chExt cx="67729" cy="6773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691" cy="677291"/>
            </a:xfrm>
            <a:custGeom>
              <a:avLst/>
              <a:gdLst/>
              <a:ahLst/>
              <a:cxnLst/>
              <a:rect r="r" b="b" t="t" l="l"/>
              <a:pathLst>
                <a:path h="677291" w="67691">
                  <a:moveTo>
                    <a:pt x="0" y="0"/>
                  </a:moveTo>
                  <a:lnTo>
                    <a:pt x="67691" y="6772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233801" t="0" r="-1233858" b="-5"/>
              </a:stretch>
            </a:blipFill>
            <a:ln w="508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533120" y="4700016"/>
            <a:ext cx="548640" cy="365760"/>
            <a:chOff x="0" y="0"/>
            <a:chExt cx="73152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41557" y="5003797"/>
            <a:ext cx="7731757" cy="2062477"/>
            <a:chOff x="0" y="0"/>
            <a:chExt cx="10309009" cy="27499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08971" cy="2749931"/>
            </a:xfrm>
            <a:custGeom>
              <a:avLst/>
              <a:gdLst/>
              <a:ahLst/>
              <a:cxnLst/>
              <a:rect r="r" b="b" t="t" l="l"/>
              <a:pathLst>
                <a:path h="2749931" w="10308971">
                  <a:moveTo>
                    <a:pt x="0" y="0"/>
                  </a:moveTo>
                  <a:lnTo>
                    <a:pt x="10308971" y="0"/>
                  </a:lnTo>
                  <a:lnTo>
                    <a:pt x="10308971" y="2749931"/>
                  </a:lnTo>
                  <a:lnTo>
                    <a:pt x="0" y="2749931"/>
                  </a:lnTo>
                  <a:close/>
                </a:path>
              </a:pathLst>
            </a:custGeom>
            <a:solidFill>
              <a:srgbClr val="3D2080"/>
            </a:solidFill>
            <a:ln w="508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954263" y="5016503"/>
            <a:ext cx="354587" cy="2037083"/>
            <a:chOff x="0" y="0"/>
            <a:chExt cx="472783" cy="27161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2821" cy="2716149"/>
            </a:xfrm>
            <a:custGeom>
              <a:avLst/>
              <a:gdLst/>
              <a:ahLst/>
              <a:cxnLst/>
              <a:rect r="r" b="b" t="t" l="l"/>
              <a:pathLst>
                <a:path h="2716149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460736" y="5120640"/>
            <a:ext cx="6949440" cy="585216"/>
            <a:chOff x="0" y="0"/>
            <a:chExt cx="926592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2659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⚙️ SERVICE Layer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60736" y="5724144"/>
            <a:ext cx="7040880" cy="1188720"/>
            <a:chOff x="0" y="0"/>
            <a:chExt cx="938784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38784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OrderService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addDrink() · addTopping()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getPrice() · hienThiHoaDon()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82037" y="7015477"/>
            <a:ext cx="50797" cy="507997"/>
            <a:chOff x="0" y="0"/>
            <a:chExt cx="67729" cy="6773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691" cy="677291"/>
            </a:xfrm>
            <a:custGeom>
              <a:avLst/>
              <a:gdLst/>
              <a:ahLst/>
              <a:cxnLst/>
              <a:rect r="r" b="b" t="t" l="l"/>
              <a:pathLst>
                <a:path h="677291" w="67691">
                  <a:moveTo>
                    <a:pt x="0" y="0"/>
                  </a:moveTo>
                  <a:lnTo>
                    <a:pt x="67691" y="6772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233801" t="0" r="-1233858" b="-5"/>
              </a:stretch>
            </a:blipFill>
            <a:ln w="508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33120" y="7168896"/>
            <a:ext cx="548640" cy="365760"/>
            <a:chOff x="0" y="0"/>
            <a:chExt cx="731520" cy="487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41557" y="7472677"/>
            <a:ext cx="7731757" cy="2062477"/>
            <a:chOff x="0" y="0"/>
            <a:chExt cx="10309009" cy="27499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08971" cy="2749931"/>
            </a:xfrm>
            <a:custGeom>
              <a:avLst/>
              <a:gdLst/>
              <a:ahLst/>
              <a:cxnLst/>
              <a:rect r="r" b="b" t="t" l="l"/>
              <a:pathLst>
                <a:path h="2749931" w="10308971">
                  <a:moveTo>
                    <a:pt x="0" y="0"/>
                  </a:moveTo>
                  <a:lnTo>
                    <a:pt x="10308971" y="0"/>
                  </a:lnTo>
                  <a:lnTo>
                    <a:pt x="10308971" y="2749931"/>
                  </a:lnTo>
                  <a:lnTo>
                    <a:pt x="0" y="2749931"/>
                  </a:lnTo>
                  <a:close/>
                </a:path>
              </a:pathLst>
            </a:custGeom>
            <a:solidFill>
              <a:srgbClr val="3D2080"/>
            </a:solidFill>
            <a:ln w="508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954263" y="7485383"/>
            <a:ext cx="354587" cy="2037083"/>
            <a:chOff x="0" y="0"/>
            <a:chExt cx="472783" cy="27161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2821" cy="2716149"/>
            </a:xfrm>
            <a:custGeom>
              <a:avLst/>
              <a:gdLst/>
              <a:ahLst/>
              <a:cxnLst/>
              <a:rect r="r" b="b" t="t" l="l"/>
              <a:pathLst>
                <a:path h="2716149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460736" y="7589520"/>
            <a:ext cx="6949440" cy="585216"/>
            <a:chOff x="0" y="0"/>
            <a:chExt cx="926592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2659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📦 MODEL Layer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460736" y="8193024"/>
            <a:ext cx="7040880" cy="1188720"/>
            <a:chOff x="0" y="0"/>
            <a:chExt cx="9387840" cy="1584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38784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Drink (interface)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Drinks · Toppings · Menu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Order · Inventory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426759" y="2651760"/>
            <a:ext cx="6252383" cy="7000237"/>
          </a:xfrm>
          <a:custGeom>
            <a:avLst/>
            <a:gdLst/>
            <a:ahLst/>
            <a:cxnLst/>
            <a:rect r="r" b="b" t="t" l="l"/>
            <a:pathLst>
              <a:path h="7000237" w="6252383">
                <a:moveTo>
                  <a:pt x="0" y="0"/>
                </a:moveTo>
                <a:lnTo>
                  <a:pt x="6252382" y="0"/>
                </a:lnTo>
                <a:lnTo>
                  <a:pt x="6252382" y="7000237"/>
                </a:lnTo>
                <a:lnTo>
                  <a:pt x="0" y="7000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6" t="0" r="-376" b="-328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7097" y="-92709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7C3AED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583946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5B2D8E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329184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24332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Công Nghệ &amp; Thư Viện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395479"/>
            <a:ext cx="4597403" cy="98555"/>
            <a:chOff x="0" y="0"/>
            <a:chExt cx="6129871" cy="1314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9909" cy="131445"/>
            </a:xfrm>
            <a:custGeom>
              <a:avLst/>
              <a:gdLst/>
              <a:ahLst/>
              <a:cxnLst/>
              <a:rect r="r" b="b" t="t" l="l"/>
              <a:pathLst>
                <a:path h="131445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12470" y="1901190"/>
            <a:ext cx="5341620" cy="3512820"/>
            <a:chOff x="0" y="0"/>
            <a:chExt cx="7122160" cy="4683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2216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122160">
                  <a:moveTo>
                    <a:pt x="0" y="0"/>
                  </a:moveTo>
                  <a:lnTo>
                    <a:pt x="7122160" y="0"/>
                  </a:lnTo>
                  <a:lnTo>
                    <a:pt x="7122160" y="4683760"/>
                  </a:lnTo>
                  <a:lnTo>
                    <a:pt x="0" y="468376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1907543"/>
            <a:ext cx="5328923" cy="939803"/>
            <a:chOff x="0" y="0"/>
            <a:chExt cx="7105231" cy="1253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1956816"/>
            <a:ext cx="4937760" cy="841248"/>
            <a:chOff x="0" y="0"/>
            <a:chExt cx="6583680" cy="11216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583680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☕  Java 17+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5840" y="3017520"/>
            <a:ext cx="4754880" cy="2194560"/>
            <a:chOff x="0" y="0"/>
            <a:chExt cx="633984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Ngôn ngữ lập trình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(LTS version)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64630" y="1901190"/>
            <a:ext cx="5341620" cy="3512820"/>
            <a:chOff x="0" y="0"/>
            <a:chExt cx="7122160" cy="4683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2216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122160">
                  <a:moveTo>
                    <a:pt x="0" y="0"/>
                  </a:moveTo>
                  <a:lnTo>
                    <a:pt x="7122160" y="0"/>
                  </a:lnTo>
                  <a:lnTo>
                    <a:pt x="7122160" y="4683760"/>
                  </a:lnTo>
                  <a:lnTo>
                    <a:pt x="0" y="468376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70983" y="1907543"/>
            <a:ext cx="5328923" cy="939803"/>
            <a:chOff x="0" y="0"/>
            <a:chExt cx="7105231" cy="1253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766560" y="1956816"/>
            <a:ext cx="4937760" cy="841248"/>
            <a:chOff x="0" y="0"/>
            <a:chExt cx="6583680" cy="1121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583680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🪟  Java Swing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0" y="3017520"/>
            <a:ext cx="4754880" cy="2194560"/>
            <a:chOff x="0" y="0"/>
            <a:chExt cx="6339840" cy="2926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javax.swing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 Framework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16790" y="1901190"/>
            <a:ext cx="5341620" cy="3512820"/>
            <a:chOff x="0" y="0"/>
            <a:chExt cx="7122160" cy="4683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2216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122160">
                  <a:moveTo>
                    <a:pt x="0" y="0"/>
                  </a:moveTo>
                  <a:lnTo>
                    <a:pt x="7122160" y="0"/>
                  </a:lnTo>
                  <a:lnTo>
                    <a:pt x="7122160" y="4683760"/>
                  </a:lnTo>
                  <a:lnTo>
                    <a:pt x="0" y="468376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23143" y="1907543"/>
            <a:ext cx="5328923" cy="939803"/>
            <a:chOff x="0" y="0"/>
            <a:chExt cx="7105231" cy="12530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618720" y="1956816"/>
            <a:ext cx="4937760" cy="841248"/>
            <a:chOff x="0" y="0"/>
            <a:chExt cx="6583680" cy="11216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583680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🛠️  NetBeans 21+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10160" y="3017520"/>
            <a:ext cx="4754880" cy="2194560"/>
            <a:chOff x="0" y="0"/>
            <a:chExt cx="6339840" cy="292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Apache NetBeans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 + Ant build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2470" y="5924550"/>
            <a:ext cx="5341620" cy="3512820"/>
            <a:chOff x="0" y="0"/>
            <a:chExt cx="7122160" cy="4683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2216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122160">
                  <a:moveTo>
                    <a:pt x="0" y="0"/>
                  </a:moveTo>
                  <a:lnTo>
                    <a:pt x="7122160" y="0"/>
                  </a:lnTo>
                  <a:lnTo>
                    <a:pt x="7122160" y="4683760"/>
                  </a:lnTo>
                  <a:lnTo>
                    <a:pt x="0" y="468376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18823" y="5930903"/>
            <a:ext cx="5328923" cy="939803"/>
            <a:chOff x="0" y="0"/>
            <a:chExt cx="7105231" cy="1253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5980176"/>
            <a:ext cx="4937760" cy="841248"/>
            <a:chOff x="0" y="0"/>
            <a:chExt cx="6583680" cy="1121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583680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📐  OOP Design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5840" y="7040880"/>
            <a:ext cx="4754880" cy="2194560"/>
            <a:chOff x="0" y="0"/>
            <a:chExt cx="6339840" cy="2926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 · Kế thừa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Đóng gói · Đa hình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64630" y="5924550"/>
            <a:ext cx="5341620" cy="3512820"/>
            <a:chOff x="0" y="0"/>
            <a:chExt cx="7122160" cy="46837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2216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122160">
                  <a:moveTo>
                    <a:pt x="0" y="0"/>
                  </a:moveTo>
                  <a:lnTo>
                    <a:pt x="7122160" y="0"/>
                  </a:lnTo>
                  <a:lnTo>
                    <a:pt x="7122160" y="4683760"/>
                  </a:lnTo>
                  <a:lnTo>
                    <a:pt x="0" y="468376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570983" y="5930903"/>
            <a:ext cx="5328923" cy="939803"/>
            <a:chOff x="0" y="0"/>
            <a:chExt cx="7105231" cy="12530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766560" y="5980176"/>
            <a:ext cx="4937760" cy="841248"/>
            <a:chOff x="0" y="0"/>
            <a:chExt cx="6583680" cy="11216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583680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📦  Std Library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58000" y="6563380"/>
            <a:ext cx="4754880" cy="4063969"/>
            <a:chOff x="0" y="0"/>
            <a:chExt cx="6339840" cy="541862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39840" cy="5418625"/>
            </a:xfrm>
            <a:custGeom>
              <a:avLst/>
              <a:gdLst/>
              <a:ahLst/>
              <a:cxnLst/>
              <a:rect r="r" b="b" t="t" l="l"/>
              <a:pathLst>
                <a:path h="5418625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418625"/>
                  </a:lnTo>
                  <a:lnTo>
                    <a:pt x="0" y="5418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4599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339840" cy="546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javax.swing.*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java.util.ArrayList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java.awt.*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java.awt.event.*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javax.swing.border.*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java.awt.geom.*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java.util.function.Supplier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16790" y="5924550"/>
            <a:ext cx="5341620" cy="3512820"/>
            <a:chOff x="0" y="0"/>
            <a:chExt cx="7122160" cy="4683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2216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122160">
                  <a:moveTo>
                    <a:pt x="0" y="0"/>
                  </a:moveTo>
                  <a:lnTo>
                    <a:pt x="7122160" y="0"/>
                  </a:lnTo>
                  <a:lnTo>
                    <a:pt x="7122160" y="4683760"/>
                  </a:lnTo>
                  <a:lnTo>
                    <a:pt x="0" y="4683760"/>
                  </a:lnTo>
                  <a:close/>
                </a:path>
              </a:pathLst>
            </a:custGeom>
            <a:solidFill>
              <a:srgbClr val="3D2080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423143" y="5930903"/>
            <a:ext cx="5328923" cy="939803"/>
            <a:chOff x="0" y="0"/>
            <a:chExt cx="7105231" cy="12530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618720" y="5980176"/>
            <a:ext cx="4937760" cy="841248"/>
            <a:chOff x="0" y="0"/>
            <a:chExt cx="6583680" cy="1121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583680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💾  In-Memory DB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710160" y="7040880"/>
            <a:ext cx="4754880" cy="2194560"/>
            <a:chOff x="0" y="0"/>
            <a:chExt cx="6339840" cy="2926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Không dùng SQL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ROM: static arrays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31520" y="9509760"/>
            <a:ext cx="16824960" cy="548640"/>
            <a:chOff x="0" y="0"/>
            <a:chExt cx="2243328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✅  Không sử dụng thư viện bên ngoài — chỉ dùng Java Standard Library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7097" y="-92709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7C3AED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583946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5B2D8E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329184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24332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Chức Năng Đã Hoàn Thành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395479"/>
            <a:ext cx="5877563" cy="98555"/>
            <a:chOff x="0" y="0"/>
            <a:chExt cx="7836751" cy="1314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36789" cy="131445"/>
            </a:xfrm>
            <a:custGeom>
              <a:avLst/>
              <a:gdLst/>
              <a:ahLst/>
              <a:cxnLst/>
              <a:rect r="r" b="b" t="t" l="l"/>
              <a:pathLst>
                <a:path h="131445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24840" y="1813560"/>
            <a:ext cx="8442960" cy="2499360"/>
            <a:chOff x="0" y="0"/>
            <a:chExt cx="11257280" cy="3332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57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11257280">
                  <a:moveTo>
                    <a:pt x="0" y="0"/>
                  </a:moveTo>
                  <a:lnTo>
                    <a:pt x="11257280" y="0"/>
                  </a:lnTo>
                  <a:lnTo>
                    <a:pt x="11257280" y="3332480"/>
                  </a:lnTo>
                  <a:lnTo>
                    <a:pt x="0" y="3332480"/>
                  </a:lnTo>
                  <a:close/>
                </a:path>
              </a:pathLst>
            </a:custGeom>
            <a:solidFill>
              <a:srgbClr val="3D2080"/>
            </a:solidFill>
            <a:ln w="304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27383" y="1816103"/>
            <a:ext cx="299723" cy="2494283"/>
            <a:chOff x="0" y="0"/>
            <a:chExt cx="399631" cy="33257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96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4583" y="2126999"/>
            <a:ext cx="1579883" cy="1579883"/>
            <a:chOff x="0" y="0"/>
            <a:chExt cx="2106511" cy="21065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7C3AED">
                <a:alpha val="48627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2139696"/>
            <a:ext cx="1554480" cy="1554480"/>
            <a:chOff x="0" y="0"/>
            <a:chExt cx="2072640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072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🍵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11063" y="1962407"/>
            <a:ext cx="1031243" cy="1031243"/>
            <a:chOff x="0" y="0"/>
            <a:chExt cx="1374991" cy="137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223760" y="1975104"/>
            <a:ext cx="1005840" cy="1005840"/>
            <a:chOff x="0" y="0"/>
            <a:chExt cx="1341120" cy="1341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871216" y="2048256"/>
            <a:ext cx="5669280" cy="694944"/>
            <a:chOff x="0" y="0"/>
            <a:chExt cx="755904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559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Xem Menu Đồ Uống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871216" y="2779776"/>
            <a:ext cx="5852160" cy="1280160"/>
            <a:chOff x="0" y="0"/>
            <a:chExt cx="780288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02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8028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danh mục: Trà sữa (4), Trà trái cây (5), Đá xay (2)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Kèm ảnh minh họa &amp; giá tiền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94520" y="1813560"/>
            <a:ext cx="8442960" cy="2499360"/>
            <a:chOff x="0" y="0"/>
            <a:chExt cx="11257280" cy="3332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57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11257280">
                  <a:moveTo>
                    <a:pt x="0" y="0"/>
                  </a:moveTo>
                  <a:lnTo>
                    <a:pt x="11257280" y="0"/>
                  </a:lnTo>
                  <a:lnTo>
                    <a:pt x="11257280" y="3332480"/>
                  </a:lnTo>
                  <a:lnTo>
                    <a:pt x="0" y="3332480"/>
                  </a:lnTo>
                  <a:close/>
                </a:path>
              </a:pathLst>
            </a:custGeom>
            <a:solidFill>
              <a:srgbClr val="3D2080"/>
            </a:solidFill>
            <a:ln w="304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497063" y="1816103"/>
            <a:ext cx="299723" cy="2494283"/>
            <a:chOff x="0" y="0"/>
            <a:chExt cx="399631" cy="33257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96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954263" y="2126999"/>
            <a:ext cx="1579883" cy="1579883"/>
            <a:chOff x="0" y="0"/>
            <a:chExt cx="2106511" cy="2106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0D9488">
                <a:alpha val="48627"/>
              </a:srgbClr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966960" y="2139696"/>
            <a:ext cx="1554480" cy="1554480"/>
            <a:chOff x="0" y="0"/>
            <a:chExt cx="2072640" cy="2072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2072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🧋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080743" y="1962407"/>
            <a:ext cx="1031243" cy="1031243"/>
            <a:chOff x="0" y="0"/>
            <a:chExt cx="1374991" cy="13749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6093440" y="1975104"/>
            <a:ext cx="1005840" cy="1005840"/>
            <a:chOff x="0" y="0"/>
            <a:chExt cx="134112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40896" y="2048256"/>
            <a:ext cx="5669280" cy="694944"/>
            <a:chOff x="0" y="0"/>
            <a:chExt cx="755904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7559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Tùy Chỉnh Đồ Uống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740896" y="2779776"/>
            <a:ext cx="5852160" cy="1280160"/>
            <a:chOff x="0" y="0"/>
            <a:chExt cx="7802880" cy="1706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02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8028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Size M/L · Mức đường 100/70/50/0%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Mức đá: Tiêu chuẩn / Ít / Không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24840" y="4648200"/>
            <a:ext cx="8442960" cy="2499360"/>
            <a:chOff x="0" y="0"/>
            <a:chExt cx="11257280" cy="33324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57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11257280">
                  <a:moveTo>
                    <a:pt x="0" y="0"/>
                  </a:moveTo>
                  <a:lnTo>
                    <a:pt x="11257280" y="0"/>
                  </a:lnTo>
                  <a:lnTo>
                    <a:pt x="11257280" y="3332480"/>
                  </a:lnTo>
                  <a:lnTo>
                    <a:pt x="0" y="3332480"/>
                  </a:lnTo>
                  <a:close/>
                </a:path>
              </a:pathLst>
            </a:custGeom>
            <a:solidFill>
              <a:srgbClr val="3D2080"/>
            </a:solidFill>
            <a:ln w="3048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27383" y="4650743"/>
            <a:ext cx="299723" cy="2494283"/>
            <a:chOff x="0" y="0"/>
            <a:chExt cx="399631" cy="3325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96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84583" y="4961639"/>
            <a:ext cx="1579883" cy="1579883"/>
            <a:chOff x="0" y="0"/>
            <a:chExt cx="2106511" cy="21065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DB2777">
                <a:alpha val="48627"/>
              </a:srgbClr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4974336"/>
            <a:ext cx="1554480" cy="1554480"/>
            <a:chOff x="0" y="0"/>
            <a:chExt cx="2072640" cy="2072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2072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🛒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211063" y="4797047"/>
            <a:ext cx="1031243" cy="1031243"/>
            <a:chOff x="0" y="0"/>
            <a:chExt cx="1374991" cy="13749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7223760" y="4809744"/>
            <a:ext cx="1005840" cy="1005840"/>
            <a:chOff x="0" y="0"/>
            <a:chExt cx="134112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71216" y="4882896"/>
            <a:ext cx="5669280" cy="694944"/>
            <a:chOff x="0" y="0"/>
            <a:chExt cx="755904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7559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Quản Lý Giỏ Hàng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871216" y="5614416"/>
            <a:ext cx="5852160" cy="1280160"/>
            <a:chOff x="0" y="0"/>
            <a:chExt cx="7802880" cy="1706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802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8028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Thêm / xóa từng món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Giảm 10% khi đặt từ 5 món trở lên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94520" y="4648200"/>
            <a:ext cx="8442960" cy="2499360"/>
            <a:chOff x="0" y="0"/>
            <a:chExt cx="11257280" cy="33324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57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11257280">
                  <a:moveTo>
                    <a:pt x="0" y="0"/>
                  </a:moveTo>
                  <a:lnTo>
                    <a:pt x="11257280" y="0"/>
                  </a:lnTo>
                  <a:lnTo>
                    <a:pt x="11257280" y="3332480"/>
                  </a:lnTo>
                  <a:lnTo>
                    <a:pt x="0" y="3332480"/>
                  </a:lnTo>
                  <a:close/>
                </a:path>
              </a:pathLst>
            </a:custGeom>
            <a:solidFill>
              <a:srgbClr val="3D2080"/>
            </a:solidFill>
            <a:ln w="304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497063" y="4650743"/>
            <a:ext cx="299723" cy="2494283"/>
            <a:chOff x="0" y="0"/>
            <a:chExt cx="399631" cy="332571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96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954263" y="4961639"/>
            <a:ext cx="1579883" cy="1579883"/>
            <a:chOff x="0" y="0"/>
            <a:chExt cx="2106511" cy="21065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D97706">
                <a:alpha val="48627"/>
              </a:srgbClr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966960" y="4974336"/>
            <a:ext cx="1554480" cy="1554480"/>
            <a:chOff x="0" y="0"/>
            <a:chExt cx="2072640" cy="2072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2072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🏷️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080743" y="4797047"/>
            <a:ext cx="1031243" cy="1031243"/>
            <a:chOff x="0" y="0"/>
            <a:chExt cx="1374991" cy="137499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6093440" y="4809744"/>
            <a:ext cx="1005840" cy="1005840"/>
            <a:chOff x="0" y="0"/>
            <a:chExt cx="1341120" cy="1341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740896" y="4882896"/>
            <a:ext cx="5669280" cy="694944"/>
            <a:chOff x="0" y="0"/>
            <a:chExt cx="7559040" cy="9265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7559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Topping &amp; Kho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740896" y="5614416"/>
            <a:ext cx="5852160" cy="1280160"/>
            <a:chOff x="0" y="0"/>
            <a:chExt cx="7802880" cy="17068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802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78028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loại topping · Kiểm tra tồn kho real-time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Reserve / Commit / Release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24840" y="7482840"/>
            <a:ext cx="8442960" cy="2499360"/>
            <a:chOff x="0" y="0"/>
            <a:chExt cx="11257280" cy="33324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257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11257280">
                  <a:moveTo>
                    <a:pt x="0" y="0"/>
                  </a:moveTo>
                  <a:lnTo>
                    <a:pt x="11257280" y="0"/>
                  </a:lnTo>
                  <a:lnTo>
                    <a:pt x="11257280" y="3332480"/>
                  </a:lnTo>
                  <a:lnTo>
                    <a:pt x="0" y="3332480"/>
                  </a:lnTo>
                  <a:close/>
                </a:path>
              </a:pathLst>
            </a:custGeom>
            <a:solidFill>
              <a:srgbClr val="3D2080"/>
            </a:solidFill>
            <a:ln w="3048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627383" y="7485383"/>
            <a:ext cx="299723" cy="2494283"/>
            <a:chOff x="0" y="0"/>
            <a:chExt cx="399631" cy="332571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996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084583" y="7796279"/>
            <a:ext cx="1579883" cy="1579883"/>
            <a:chOff x="0" y="0"/>
            <a:chExt cx="2106511" cy="21065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0891B2">
                <a:alpha val="48627"/>
              </a:srgbClr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097280" y="7808976"/>
            <a:ext cx="1554480" cy="1554480"/>
            <a:chOff x="0" y="0"/>
            <a:chExt cx="2072640" cy="2072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76200"/>
              <a:ext cx="2072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211063" y="7631687"/>
            <a:ext cx="1031243" cy="1031243"/>
            <a:chOff x="0" y="0"/>
            <a:chExt cx="1374991" cy="137499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7223760" y="7644384"/>
            <a:ext cx="1005840" cy="1005840"/>
            <a:chOff x="0" y="0"/>
            <a:chExt cx="1341120" cy="13411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2871216" y="7717536"/>
            <a:ext cx="5669280" cy="694944"/>
            <a:chOff x="0" y="0"/>
            <a:chExt cx="7559040" cy="92659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7559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Đặt Hàng &amp; Hóa Đơn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2871216" y="8449056"/>
            <a:ext cx="5852160" cy="1280160"/>
            <a:chOff x="0" y="0"/>
            <a:chExt cx="7802880" cy="17068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802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78028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Nhập tên / SĐT / địa chỉ khách hàng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Chọn thanh toán · Popup xác nhận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494520" y="7482840"/>
            <a:ext cx="8442960" cy="2499360"/>
            <a:chOff x="0" y="0"/>
            <a:chExt cx="11257280" cy="33324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257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11257280">
                  <a:moveTo>
                    <a:pt x="0" y="0"/>
                  </a:moveTo>
                  <a:lnTo>
                    <a:pt x="11257280" y="0"/>
                  </a:lnTo>
                  <a:lnTo>
                    <a:pt x="11257280" y="3332480"/>
                  </a:lnTo>
                  <a:lnTo>
                    <a:pt x="0" y="3332480"/>
                  </a:lnTo>
                  <a:close/>
                </a:path>
              </a:pathLst>
            </a:custGeom>
            <a:solidFill>
              <a:srgbClr val="3D2080"/>
            </a:solidFill>
            <a:ln w="304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9497063" y="7485383"/>
            <a:ext cx="299723" cy="2494283"/>
            <a:chOff x="0" y="0"/>
            <a:chExt cx="399631" cy="332571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996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9954263" y="7796279"/>
            <a:ext cx="1579883" cy="1579883"/>
            <a:chOff x="0" y="0"/>
            <a:chExt cx="2106511" cy="210651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7C3AED">
                <a:alpha val="48627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9966960" y="7808976"/>
            <a:ext cx="1554480" cy="1554480"/>
            <a:chOff x="0" y="0"/>
            <a:chExt cx="2072640" cy="20726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76200"/>
              <a:ext cx="2072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6080743" y="7631687"/>
            <a:ext cx="1031243" cy="1031243"/>
            <a:chOff x="0" y="0"/>
            <a:chExt cx="1374991" cy="137499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6093440" y="7644384"/>
            <a:ext cx="1005840" cy="1005840"/>
            <a:chOff x="0" y="0"/>
            <a:chExt cx="1341120" cy="13411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740896" y="7717536"/>
            <a:ext cx="5669280" cy="694944"/>
            <a:chOff x="0" y="0"/>
            <a:chExt cx="7559040" cy="9265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7559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Quản Lý Inventory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740896" y="8449056"/>
            <a:ext cx="5852160" cy="1280160"/>
            <a:chOff x="0" y="0"/>
            <a:chExt cx="7802880" cy="17068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802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8028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Mảng static soLuong[5] &amp; reserved[5]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4B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Nhất quán khi nhiều món dùng chung nguyên liệu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DAHJcCzl9-k</dc:identifier>
  <dcterms:modified xsi:type="dcterms:W3CDTF">2011-08-01T06:04:30Z</dcterms:modified>
  <cp:revision>1</cp:revision>
  <dc:title>Model + Logic</dc:title>
</cp:coreProperties>
</file>